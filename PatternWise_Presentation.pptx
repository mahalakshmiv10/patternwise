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PatternWise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Interactive Software Design Patterns Visual Guide</a:t>
            </a:r>
          </a:p>
          <a:p>
            <a:r>
              <a:t>Mahalakshmi V | 2nd Year, CSE -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Design patterns can be difficult to distinguish when learned only as definitions.</a:t>
            </a:r>
          </a:p>
          <a:p>
            <a:pPr>
              <a:defRPr sz="2300"/>
            </a:pPr>
            <a:r>
              <a:t>Learners need concise explanations, examples, and a way to compare when patterns are useful.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Introduce eight commonly used design patterns.</a:t>
            </a:r>
          </a:p>
          <a:p>
            <a:pPr>
              <a:defRPr sz="2300"/>
            </a:pPr>
            <a:r>
              <a:t>Connect each pattern to a design problem and use case.</a:t>
            </a:r>
          </a:p>
          <a:p>
            <a:pPr>
              <a:defRPr sz="2300"/>
            </a:pPr>
            <a:r>
              <a:t>Provide a browser-based learning resource.</a:t>
            </a:r>
          </a:p>
          <a:p>
            <a:pPr>
              <a:defRPr sz="2300"/>
            </a:pPr>
            <a:r>
              <a:t>Support revision through diagrams and quiz material.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Python and Flask for the web application.</a:t>
            </a:r>
          </a:p>
          <a:p>
            <a:pPr>
              <a:defRPr sz="2300"/>
            </a:pPr>
            <a:r>
              <a:t>HTML templates and static assets for the interface.</a:t>
            </a:r>
          </a:p>
          <a:p>
            <a:pPr>
              <a:defRPr sz="2300"/>
            </a:pPr>
            <a:r>
              <a:t>Python examples and test scripts for learning and verification.</a:t>
            </a:r>
          </a:p>
          <a:p>
            <a:pPr>
              <a:defRPr sz="2300"/>
            </a:pPr>
            <a:r>
              <a:t>GitHub for source-code version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Creational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Singleton — shared instance.</a:t>
            </a:r>
          </a:p>
          <a:p>
            <a:pPr>
              <a:defRPr sz="2300"/>
            </a:pPr>
            <a:r>
              <a:t>Factory Method — delegate product creation.</a:t>
            </a:r>
          </a:p>
          <a:p>
            <a:pPr>
              <a:defRPr sz="2300"/>
            </a:pPr>
            <a:r>
              <a:t>Builder — construct complex objects step by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Patterns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Adapter — bridge incompatible interfaces.</a:t>
            </a:r>
          </a:p>
          <a:p>
            <a:pPr>
              <a:defRPr sz="2300"/>
            </a:pPr>
            <a:r>
              <a:t>Decorator — add behavior by wrapping an object.</a:t>
            </a:r>
          </a:p>
          <a:p>
            <a:pPr>
              <a:defRPr sz="2300"/>
            </a:pPr>
            <a:r>
              <a:t>Facade — simplify access to a subsystem.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Strategy — swap algorithms through a common interface.</a:t>
            </a:r>
          </a:p>
          <a:p>
            <a:pPr>
              <a:defRPr sz="2300"/>
            </a:pPr>
            <a:r>
              <a:t>Observer — notify subscribed listeners of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Open the site in a browser.</a:t>
            </a:r>
          </a:p>
          <a:p>
            <a:pPr>
              <a:defRPr sz="2300"/>
            </a:pPr>
            <a:r>
              <a:t>Choose a pattern and read its intent.</a:t>
            </a:r>
          </a:p>
          <a:p>
            <a:pPr>
              <a:defRPr sz="2300"/>
            </a:pPr>
            <a:r>
              <a:t>Review the example and diagram.</a:t>
            </a:r>
          </a:p>
          <a:p>
            <a:pPr>
              <a:defRPr sz="2300"/>
            </a:pPr>
            <a:r>
              <a:t>Use the quiz and notes to reinforce understanding.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Install dependencies from requirements.txt.</a:t>
            </a:r>
          </a:p>
          <a:p>
            <a:pPr>
              <a:defRPr sz="2300"/>
            </a:pPr>
            <a:r>
              <a:t>Run the application and manually check pages.</a:t>
            </a:r>
          </a:p>
          <a:p>
            <a:pPr>
              <a:defRPr sz="2300"/>
            </a:pPr>
            <a:r>
              <a:t>Run the repository's test command on the final commit.</a:t>
            </a:r>
          </a:p>
          <a:p>
            <a:pPr>
              <a:defRPr sz="2300"/>
            </a:pPr>
            <a:r>
              <a:t>Report only results actually observed.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and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GitHub: https://github.com/MahalakshmiV10/PatternWise</a:t>
            </a:r>
          </a:p>
          <a:p>
            <a:pPr>
              <a:defRPr sz="2300"/>
            </a:pPr>
            <a:r>
              <a:t>Run: python app.py</a:t>
            </a:r>
          </a:p>
          <a:p>
            <a:pPr>
              <a:defRPr sz="2300"/>
            </a:pPr>
            <a:r>
              <a:t>Open: http://127.0.0.1:5000</a:t>
            </a:r>
          </a:p>
          <a:p>
            <a:pPr>
              <a:defRPr sz="2300"/>
            </a:pPr>
            <a:r>
              <a:t>Re-run tests before the final submission.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300"/>
            </a:pPr>
            <a:r>
              <a:t>PatternWise brings eight patterns into one learning guide.</a:t>
            </a:r>
          </a:p>
          <a:p>
            <a:pPr>
              <a:defRPr sz="2300"/>
            </a:pPr>
            <a:r>
              <a:t>Future work: more examples, accessibility checks, progress tracking, and deployed hosting.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